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9601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7DF1E"/>
                </a:solidFill>
              </a:rPr>
              <a:t>WEEK 7  ·  FRIDAY  ·  PRACTICAL LAB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📚 Book Search App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Apply everything from Weeks 1–6 in one real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2336" y="2999232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243458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2336" y="29992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Semantic HTML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10512" y="2999232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243458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10512" y="29992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CSS Variables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2999232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243458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18688" y="29992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Flexbox / Grid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2999232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1A3A6A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29992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F8"/>
                </a:solidFill>
              </a:rPr>
              <a:t>JS DOM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999232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1A3A6A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29992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F8"/>
                </a:solidFill>
              </a:rPr>
              <a:t>Fetch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43216" y="2999232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1A3A6A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43216" y="29992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CF8"/>
                </a:solidFill>
              </a:rPr>
              <a:t>async / await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0" y="4828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K0126002  ·  Web Programming  ·  Gachon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8A"/>
                </a:solidFill>
              </a:rPr>
              <a:t>2 / 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A8A"/>
                </a:solidFill>
              </a:rPr>
              <a:t>WHAT YOU WILL BUILD TODAY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02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</a:rPr>
              <a:t>A live book search app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54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5029200" cy="274320"/>
          </a:xfrm>
          <a:prstGeom prst="rect">
            <a:avLst/>
          </a:prstGeom>
          <a:solidFill>
            <a:srgbClr val="E8EDF5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197864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1978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19786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179576"/>
            <a:ext cx="43434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1179576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step6_polish.html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1389888"/>
            <a:ext cx="5029200" cy="54864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144475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📚 Book Search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1682496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Search the Open Library — millions of books, free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210312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12140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harry potter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13632" y="210312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13632" y="2103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Search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532888"/>
            <a:ext cx="1444752" cy="208483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532888"/>
            <a:ext cx="1444752" cy="1389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944368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96849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340"/>
                </a:solidFill>
              </a:rPr>
              <a:t>Book Title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416052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8A"/>
                </a:solidFill>
              </a:rPr>
              <a:t>Author · Year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130552" y="2532888"/>
            <a:ext cx="1444752" cy="208483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30552" y="2532888"/>
            <a:ext cx="1444752" cy="1389888"/>
          </a:xfrm>
          <a:prstGeom prst="rect">
            <a:avLst/>
          </a:prstGeom>
          <a:solidFill>
            <a:srgbClr val="D1DEFA"/>
          </a:solidFill>
          <a:ln w="12700">
            <a:solidFill>
              <a:srgbClr val="D1DE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30552" y="2944368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2203704" y="396849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340"/>
                </a:solidFill>
              </a:rPr>
              <a:t>Book Title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203704" y="416052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8A"/>
                </a:solidFill>
              </a:rPr>
              <a:t>Author · Year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712464" y="2532888"/>
            <a:ext cx="1444752" cy="208483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12464" y="2532888"/>
            <a:ext cx="1444752" cy="138988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12464" y="2944368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3785616" y="396849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340"/>
                </a:solidFill>
              </a:rPr>
              <a:t>Book Title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3785616" y="416052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8A"/>
                </a:solidFill>
              </a:rPr>
              <a:t>Author · Year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5760720" y="11887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User types a book title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760720" y="15087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A"/>
                </a:solidFill>
              </a:rPr>
              <a:t>↓  fetch() sends request to Open Library API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760720" y="18288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A"/>
                </a:solidFill>
              </a:rPr>
              <a:t>↓  JSON response arrives (title, author, cover…)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760720" y="21488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A"/>
                </a:solidFill>
              </a:rPr>
              <a:t>↓  JS creates a card element for each book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760720" y="24688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A"/>
                </a:solidFill>
              </a:rPr>
              <a:t>↓  Cards appear in the grid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760720" y="2907792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60720" y="29077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Semantic HTML + CSS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760720" y="3255264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32552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addEventListener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60720" y="3602736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760720" y="36027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fetch + async/await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60720" y="3950208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760720" y="39502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createElement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760720" y="4297680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760720" y="42976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CSS Grid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8A"/>
                </a:solidFill>
              </a:rPr>
              <a:t>3 / 7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228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7DF1E"/>
                </a:solidFill>
              </a:rPr>
              <a:t>THE API YOU WILL USE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Open Library Search API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Free · No API key · No account needed · Works in browser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8321040" cy="438912"/>
          </a:xfrm>
          <a:prstGeom prst="roundRect">
            <a:avLst>
              <a:gd name="adj" fmla="val 1458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435608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https://openlibrary.org/search.json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?q=</a:t>
            </a:r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harry+potter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&amp;limit=</a:t>
            </a:r>
            <a:pPr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993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Response shape  ( data.docs[0] 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8321040" cy="530352"/>
          </a:xfrm>
          <a:prstGeom prst="roundRect">
            <a:avLst>
              <a:gd name="adj" fmla="val 12069"/>
            </a:avLst>
          </a:prstGeom>
          <a:solidFill>
            <a:srgbClr val="1E2E4A"/>
          </a:solidFill>
          <a:ln w="12700">
            <a:solidFill>
              <a:srgbClr val="2D4A7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7744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.title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877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"Harry Potter and the Philosopher's Stone"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953512"/>
            <a:ext cx="8321040" cy="530352"/>
          </a:xfrm>
          <a:prstGeom prst="roundRect">
            <a:avLst>
              <a:gd name="adj" fmla="val 12069"/>
            </a:avLst>
          </a:prstGeom>
          <a:solidFill>
            <a:srgbClr val="1E2E4A"/>
          </a:solidFill>
          <a:ln w="12700">
            <a:solidFill>
              <a:srgbClr val="2D4A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992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.author_name[0]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20954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"J. K. Rowling"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575304"/>
            <a:ext cx="8321040" cy="530352"/>
          </a:xfrm>
          <a:prstGeom prst="roundRect">
            <a:avLst>
              <a:gd name="adj" fmla="val 12069"/>
            </a:avLst>
          </a:prstGeom>
          <a:solidFill>
            <a:srgbClr val="1E2E4A"/>
          </a:solidFill>
          <a:ln w="12700">
            <a:solidFill>
              <a:srgbClr val="2D4A7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621024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.first_publish_year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3133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1997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197096"/>
            <a:ext cx="8321040" cy="530352"/>
          </a:xfrm>
          <a:prstGeom prst="roundRect">
            <a:avLst>
              <a:gd name="adj" fmla="val 12069"/>
            </a:avLst>
          </a:prstGeom>
          <a:solidFill>
            <a:srgbClr val="1E2E4A"/>
          </a:solidFill>
          <a:ln w="12700">
            <a:solidFill>
              <a:srgbClr val="2D4A7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2428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.cover_i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number?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531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8091016   (may be undefined — handle it!)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8A"/>
                </a:solidFill>
              </a:rPr>
              <a:t>4 / 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A8A"/>
                </a:solidFill>
              </a:rPr>
              <a:t>ONE TRICK FOR COVER IMAGES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40"/>
                </a:solidFill>
              </a:rPr>
              <a:t>Build the cover URL from the ID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502920"/>
          </a:xfrm>
          <a:prstGeom prst="roundRect">
            <a:avLst>
              <a:gd name="adj" fmla="val 1272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https://covers.openlibrary.org/b/id/</a:t>
            </a:r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cover_i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-M.jpg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664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options:   -S.jpg  (small)    -M.jpg  (medium ✓ use this)    -L.jpg  (large)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8321040" cy="640080"/>
          </a:xfrm>
          <a:prstGeom prst="roundRect">
            <a:avLst>
              <a:gd name="adj" fmla="val 10000"/>
            </a:avLst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848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⚠  cover_i  may be  undefined  — always check before building the URL!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35000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If it's missing, show a placeholder emoji  📚  instead of a broken image.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788920"/>
            <a:ext cx="8321040" cy="1298448"/>
          </a:xfrm>
          <a:prstGeom prst="roundRect">
            <a:avLst>
              <a:gd name="adj" fmla="val 493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8529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imgHtml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book.cover_i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1272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'&lt;img src="https://covers.openlibrary.org/b/id/'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4015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book.cover_i + 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'-M.jpg"&gt;'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758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'&lt;div class="no-cover"&gt;📚&lt;/div&gt;';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8A"/>
                </a:solidFill>
              </a:rPr>
              <a:t>5 / 7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7DF1E"/>
                </a:solidFill>
              </a:rPr>
              <a:t>TODAY'S LAB STRUCTURE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 steps  →  one complete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1A3A2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61872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61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188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HTML Structure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4813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Write semantic HTML — header, form, results section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83794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Semantic HTML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313432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2A1A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96312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496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4231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CSS Layout &amp; Cards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7157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CSS variables, Flexbox search bar, Grid card layout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07238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CSS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547872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3A2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73075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730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6576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JS DOM — Wire the Form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9502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getElementById, addEventListener, preventDefault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30682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JS DOM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1078992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1A2A4A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1261872"/>
            <a:ext cx="347472" cy="34747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7760" y="1261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1188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Fetch — Call the API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14813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fetch() → check res.ok → parse JSON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183794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</a:rPr>
              <a:t>Fetch API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313432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3A2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249631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37760" y="2496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24231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Render — Display Cards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27157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createElement → set content → appendChild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307238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JS DOM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547872"/>
            <a:ext cx="4206240" cy="1078992"/>
          </a:xfrm>
          <a:prstGeom prst="roundRect">
            <a:avLst>
              <a:gd name="adj" fmla="val 7627"/>
            </a:avLst>
          </a:prstGeom>
          <a:solidFill>
            <a:srgbClr val="2A30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3730752"/>
            <a:ext cx="347472" cy="34747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37760" y="3730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394960" y="36576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Bonus — Loading &amp; Errors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5394960" y="39502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Skeleton cards, disabled button, empty state message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394960" y="430682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</a:rPr>
              <a:t>try/finally UX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8A"/>
                </a:solidFill>
              </a:rPr>
              <a:t>6 / 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A8A"/>
                </a:solidFill>
              </a:rPr>
              <a:t>BEFORE YOU BEGIN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40"/>
                </a:solidFill>
              </a:rPr>
              <a:t>Lab ground rules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188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</a:rPr>
              <a:t>Solution file is the last resort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4630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8A"/>
                </a:solidFill>
              </a:rPr>
              <a:t>Try each step yourself first. The solution is there if you are truly stuck — not as a shortcut. You learn nothing by reading code you didn't write.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048256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185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12140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</a:rPr>
              <a:t>No copy-paste from GPT / ChatGPT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39572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8A"/>
                </a:solidFill>
              </a:rPr>
              <a:t>Typing code yourself builds the muscle memory. If you don't understand a line, you can't debug it later — and the midterm has no internet.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980944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🙋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05409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</a:rPr>
              <a:t>Ask for help early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332841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8A"/>
                </a:solidFill>
              </a:rPr>
              <a:t>Raise your hand when you are stuck for more than 3 minutes. The instructor is here to unstick you — don't lose 10 minutes on a typo.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913632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398678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</a:rPr>
              <a:t>Test each step in the browser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26110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8A"/>
                </a:solidFill>
              </a:rPr>
              <a:t>Open DevTools (F12) and check the Console after every step. Real feedback from the browser is faster than re-reading the code.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03920" y="489204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8A"/>
                </a:solidFill>
              </a:rPr>
              <a:t>7 / 7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A2540"/>
                </a:solidFill>
              </a:rPr>
              <a:t>LET'S BUILD IT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Open this file to start: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105156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05156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week7_lab / index.html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E2E4A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317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① Open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877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Double-click index.html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 the week7_lab folder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E2E4A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46120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3317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② Read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25877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Click Step 1 → read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task comment at the top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E2E4A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⌨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3317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③ Code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5877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Write your code, save,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refresh browser to 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43458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83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⏱  You have 80 minutes.  Aim for Step 5 as the minimum — Step 6 is a bonus challenge.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0416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8A"/>
                </a:solidFill>
              </a:rPr>
              <a:t>Use the API Explorer (api_explorer.html) to understand the JSON data shape before coding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35254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8A"/>
                </a:solidFill>
              </a:rPr>
              <a:t>DevTools (F12) → Console tab → check for errors after every step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2026-10-18T21:41:59Z</dcterms:created>
  <dcterms:modified xsi:type="dcterms:W3CDTF">2026-10-18T21:41:59Z</dcterms:modified>
</cp:coreProperties>
</file>